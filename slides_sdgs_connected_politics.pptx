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62" r:id="rId6"/>
    <p:sldId id="259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2522E-CB3F-2002-1CEE-87B858836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38977C-F737-A2AC-52D8-D78FD7941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426E6-7938-5848-23EC-EBF8F7B59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15B78-4D1B-964E-8845-16FFBE202A69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C1E23-86E5-F604-3789-3BEDF8D96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DF663-A18A-8F09-814D-0CF968F71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F5C-C834-F54C-8B16-E1F2230F38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8005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92E72-BC73-EE6A-ABD9-E71C62FE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B343E-A9EB-639D-1D22-7D648545E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FA2BB-AE23-1784-2BAA-AB4277211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15B78-4D1B-964E-8845-16FFBE202A69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7B9BC-B2B9-5516-83C7-9CC74DF9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12738-122C-7809-A044-D83442E8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F5C-C834-F54C-8B16-E1F2230F38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9667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5E1FF-2809-C4C0-0B49-E04E4F8E4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2943F-DA57-67DF-5D73-110D9FC62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B5F21-BA2D-7FF6-7C0C-1A99E87A6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15B78-4D1B-964E-8845-16FFBE202A69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1379B-542E-92B8-A1B8-8F54EF0BE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E2B93-3426-9341-084D-6D7DA48D0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F5C-C834-F54C-8B16-E1F2230F38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2658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B027-E404-184C-4A86-B8470CD0A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FF6E-B256-02C3-2A27-60BFD5F98E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F31BA2-3251-C7C5-1C6E-AB34B2CB8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E96154-7A25-2CAD-259C-E26181780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15B78-4D1B-964E-8845-16FFBE202A69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0E397-13EC-0DC1-120A-DDFE078EC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70137-B507-7571-5B57-DFC557171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F5C-C834-F54C-8B16-E1F2230F38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6213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EEFD7-83AB-D2B9-DF01-A86194C81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377F0-99AE-03BB-C80F-F3083C703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4E99E6-FD58-F423-06A0-066CB6755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CF28F8-793C-0695-32F9-0E0453666C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618E54-CF89-08DE-E4C9-60BEE61077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01C8DC-1394-E6AF-C334-85630498A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15B78-4D1B-964E-8845-16FFBE202A69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0E3596-3712-FDBD-02ED-404923049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A7E882-AD3D-470C-2CE2-1073FA57E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F5C-C834-F54C-8B16-E1F2230F38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2493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4BC19-E22D-164C-0E63-5E78CA41A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BF5AEF-1746-0F09-E3D6-6B41E4707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15B78-4D1B-964E-8845-16FFBE202A69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0447DE-7332-ECD8-4B1C-BC234E854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4389DC-CF7B-86EE-6E87-802B41208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F5C-C834-F54C-8B16-E1F2230F38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4677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88E0AA-1C17-9B6A-E5ED-47CA427B8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15B78-4D1B-964E-8845-16FFBE202A69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F8821-AABA-6AF4-F35E-E2385ABF0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33A63-DB76-B2B2-D5E9-D7A675236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F5C-C834-F54C-8B16-E1F2230F38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6269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D8515-F24C-A466-AAB4-050A9764D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05999-A9DB-8A6A-6906-AA3BC0F10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C301EC-E849-615A-2500-9FDC65151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659C09-CE48-302F-E484-821770FC9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15B78-4D1B-964E-8845-16FFBE202A69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5D3080-8201-29A5-9FD8-80272E424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C7847-B614-132A-9690-8164F91E6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F5C-C834-F54C-8B16-E1F2230F38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7644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B21F8-E4BC-DA76-B7AD-D3C385F3D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4EA7D8-B8F3-BB8B-B270-408BAECCEE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FC051F-5C09-694A-C1E3-FDC63A323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88097-E556-BF7D-A9B0-1D104E618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15B78-4D1B-964E-8845-16FFBE202A69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91CB4-F0A1-F745-7DA2-284F1F2F0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AE967-ADAA-D8B0-83DE-60CD65511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F5C-C834-F54C-8B16-E1F2230F38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409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5C0EB-EA32-2807-3DB8-45037EB7B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5429CD-91A5-EF75-F6A1-8EE2E0B20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3D2DA-038E-E284-C7FD-44474911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15B78-4D1B-964E-8845-16FFBE202A69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58519-85D1-3B88-C336-0FFD86A26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114C5-FDFC-BB94-FE6C-C93DE74AB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F5C-C834-F54C-8B16-E1F2230F38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4003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04C775-45AB-6394-36C9-C1DD1A3AA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E95CD9-DF69-11BE-1DF1-A41664FBA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7A126-8C44-4488-3400-83242EB11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15B78-4D1B-964E-8845-16FFBE202A69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53AF9-AA93-962A-37B9-EDDC1674C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EB9CC-3AB1-45E4-DFF7-8B5850820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F5C-C834-F54C-8B16-E1F2230F38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5685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4F7EC3-0706-EC65-A016-B2CE22F41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47772-ED88-6A9E-DA5C-5347CA840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BD167-7012-C834-12A8-5A813F4E7E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E15B78-4D1B-964E-8845-16FFBE202A69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1A4D4-A040-2FCB-9AEE-9A09D1DD9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8376E-C7B2-5DB7-336A-E049153B6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FEDF5C-C834-F54C-8B16-E1F2230F38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326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3B6A2-D8BC-8909-C513-2E0F2BE246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1941" y="909712"/>
            <a:ext cx="10125740" cy="2387600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Helvetica" pitchFamily="2" charset="0"/>
              </a:rPr>
              <a:t>How the UN Sustainable Development Goals Have Changed Party Communication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0FADC4-71D1-0FE2-F250-908C38AA1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47062"/>
            <a:ext cx="9144000" cy="1655762"/>
          </a:xfrm>
        </p:spPr>
        <p:txBody>
          <a:bodyPr>
            <a:normAutofit/>
          </a:bodyPr>
          <a:lstStyle/>
          <a:p>
            <a:r>
              <a:rPr lang="en-GB" sz="3600" dirty="0">
                <a:latin typeface="Helvetica" pitchFamily="2" charset="0"/>
              </a:rPr>
              <a:t>Stefan Müller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FEC622-BE55-331B-94A2-1E635114988A}"/>
              </a:ext>
            </a:extLst>
          </p:cNvPr>
          <p:cNvSpPr txBox="1"/>
          <p:nvPr/>
        </p:nvSpPr>
        <p:spPr>
          <a:xfrm>
            <a:off x="6054811" y="407773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472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hart of goals and goals&#10;&#10;Description automatically generated">
            <a:extLst>
              <a:ext uri="{FF2B5EF4-FFF2-40B4-BE49-F238E27FC236}">
                <a16:creationId xmlns:a16="http://schemas.microsoft.com/office/drawing/2014/main" id="{BD9B5D1A-C44C-0EA5-0C38-68F08B9D9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19" y="0"/>
            <a:ext cx="113410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510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1D211-7E27-222C-4E23-B258C12C0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Helvetica" pitchFamily="2" charset="0"/>
              </a:rPr>
              <a:t>Relevance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C93FF-81FE-B047-F7C8-1DDD8E9B6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l">
              <a:buNone/>
            </a:pPr>
            <a:endParaRPr lang="en-IE" b="1" i="0" u="none" strike="noStrike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algn="l">
              <a:buFont typeface="+mj-lt"/>
              <a:buAutoNum type="arabicPeriod"/>
            </a:pPr>
            <a:r>
              <a:rPr lang="en-IE" b="1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 Evidence-Based Decision Making</a:t>
            </a:r>
            <a:r>
              <a:rPr lang="en-IE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E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Quantify commitment to SDGs in existing policies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E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Identify gaps in SDG coverage across political discourse</a:t>
            </a:r>
          </a:p>
          <a:p>
            <a:pPr algn="l">
              <a:buFont typeface="+mj-lt"/>
              <a:buAutoNum type="arabicPeriod"/>
            </a:pPr>
            <a:r>
              <a:rPr lang="en-IE" b="1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 Policy Evaluation and Improvement</a:t>
            </a:r>
            <a:r>
              <a:rPr lang="en-IE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E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Track changes in SDG focus over time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E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Compare SDG alignment across different political entities</a:t>
            </a:r>
          </a:p>
          <a:p>
            <a:pPr algn="l">
              <a:buFont typeface="+mj-lt"/>
              <a:buAutoNum type="arabicPeriod"/>
            </a:pPr>
            <a:r>
              <a:rPr lang="en-IE" b="1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 Enhanced Accountability</a:t>
            </a:r>
            <a:r>
              <a:rPr lang="en-IE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E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Provide transparent metrics for public and stakeholders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E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Facilitate international comparisons and benchmarking</a:t>
            </a:r>
          </a:p>
          <a:p>
            <a:pPr marL="0" indent="0">
              <a:buNone/>
            </a:pPr>
            <a:endParaRPr lang="en-GB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095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document&#10;&#10;Description automatically generated">
            <a:extLst>
              <a:ext uri="{FF2B5EF4-FFF2-40B4-BE49-F238E27FC236}">
                <a16:creationId xmlns:a16="http://schemas.microsoft.com/office/drawing/2014/main" id="{D0B17392-2B1A-08C7-EBBB-B66478CC4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869686">
            <a:off x="379523" y="855946"/>
            <a:ext cx="6435947" cy="296272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 descr="A screenshot of a document&#10;&#10;Description automatically generated">
            <a:extLst>
              <a:ext uri="{FF2B5EF4-FFF2-40B4-BE49-F238E27FC236}">
                <a16:creationId xmlns:a16="http://schemas.microsoft.com/office/drawing/2014/main" id="{87B31A30-1C8B-02B2-15E0-07E201A7A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422388">
            <a:off x="5368240" y="1471721"/>
            <a:ext cx="6418327" cy="300320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 descr="A text on a page&#10;&#10;Description automatically generated">
            <a:extLst>
              <a:ext uri="{FF2B5EF4-FFF2-40B4-BE49-F238E27FC236}">
                <a16:creationId xmlns:a16="http://schemas.microsoft.com/office/drawing/2014/main" id="{5B4FFC0B-CB3B-3DD9-6B9C-CF83B21FE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906" y="3038339"/>
            <a:ext cx="6254820" cy="360890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00949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7B5CF-58F7-25F7-5FB6-4844EDB77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red banner with white text&#10;&#10;Description automatically generated">
            <a:extLst>
              <a:ext uri="{FF2B5EF4-FFF2-40B4-BE49-F238E27FC236}">
                <a16:creationId xmlns:a16="http://schemas.microsoft.com/office/drawing/2014/main" id="{7C548CCF-92EA-D0CD-3B94-935F0FC38E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906" b="12540"/>
          <a:stretch/>
        </p:blipFill>
        <p:spPr>
          <a:xfrm>
            <a:off x="925871" y="0"/>
            <a:ext cx="10631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820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numbers and letters&#10;&#10;Description automatically generated">
            <a:extLst>
              <a:ext uri="{FF2B5EF4-FFF2-40B4-BE49-F238E27FC236}">
                <a16:creationId xmlns:a16="http://schemas.microsoft.com/office/drawing/2014/main" id="{4EFCEF43-584C-D448-4E3E-1E63DF2B8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0881"/>
            <a:ext cx="5948678" cy="4461509"/>
          </a:xfrm>
          <a:prstGeom prst="rect">
            <a:avLst/>
          </a:prstGeom>
        </p:spPr>
      </p:pic>
      <p:pic>
        <p:nvPicPr>
          <p:cNvPr id="6" name="Picture 5" descr="A graph with numbers and symbols&#10;&#10;Description automatically generated">
            <a:extLst>
              <a:ext uri="{FF2B5EF4-FFF2-40B4-BE49-F238E27FC236}">
                <a16:creationId xmlns:a16="http://schemas.microsoft.com/office/drawing/2014/main" id="{769E910A-483D-A0A9-8EE0-6DA0F328A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70881"/>
            <a:ext cx="5693879" cy="4270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516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63AB-7723-B820-ECEE-A06A98839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Helvetica" pitchFamily="2" charset="0"/>
              </a:rPr>
              <a:t>Goals and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1DCB7-211F-4E8C-567C-E36AB9831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Helvetica" pitchFamily="2" charset="0"/>
              </a:rPr>
              <a:t>Improve existing classifiers using combination of approaches</a:t>
            </a:r>
          </a:p>
          <a:p>
            <a:r>
              <a:rPr lang="en-GB" dirty="0">
                <a:latin typeface="Helvetica" pitchFamily="2" charset="0"/>
              </a:rPr>
              <a:t>Test Large Language Models</a:t>
            </a:r>
          </a:p>
          <a:p>
            <a:r>
              <a:rPr lang="en-GB" dirty="0">
                <a:latin typeface="Helvetica" pitchFamily="2" charset="0"/>
              </a:rPr>
              <a:t>Apply to party manifestos and/or legislative speech</a:t>
            </a:r>
          </a:p>
        </p:txBody>
      </p:sp>
    </p:spTree>
    <p:extLst>
      <p:ext uri="{BB962C8B-B14F-4D97-AF65-F5344CB8AC3E}">
        <p14:creationId xmlns:p14="http://schemas.microsoft.com/office/powerpoint/2010/main" val="1403605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92</Words>
  <Application>Microsoft Macintosh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Helvetica</vt:lpstr>
      <vt:lpstr>Office Theme</vt:lpstr>
      <vt:lpstr>How the UN Sustainable Development Goals Have Changed Party Communication</vt:lpstr>
      <vt:lpstr>PowerPoint Presentation</vt:lpstr>
      <vt:lpstr>Relevance</vt:lpstr>
      <vt:lpstr>PowerPoint Presentation</vt:lpstr>
      <vt:lpstr>PowerPoint Presentation</vt:lpstr>
      <vt:lpstr>PowerPoint Presentation</vt:lpstr>
      <vt:lpstr>Goals and Applications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Muller</dc:creator>
  <cp:lastModifiedBy>Stefan Muller</cp:lastModifiedBy>
  <cp:revision>7</cp:revision>
  <dcterms:created xsi:type="dcterms:W3CDTF">2024-09-25T11:01:37Z</dcterms:created>
  <dcterms:modified xsi:type="dcterms:W3CDTF">2024-09-25T11:11:13Z</dcterms:modified>
</cp:coreProperties>
</file>